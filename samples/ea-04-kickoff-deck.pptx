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Kickoff" id="{ef16d6cb-a371-fec3-0954-92ef4aaacc8e}">
          <p14:sldIdLst>
            <p14:sldId id="256"/>
            <p14:sldId id="257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purpose: agree goals, scope and the first four weeks, and collect access. Fictional company and client.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to two minutes. Priya speaks to goals, Jordan to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York is UTC-5 from 1 November, so Harare is seven hours ahead on this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reading back the actions with owners and 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| Practice project on fictional data | Not client work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| Practice project on fictional data | Not client work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548640" cy="5486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22960" y="2011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Northbank Group kickoff</a:t>
            </a:r>
            <a:endParaRPr lang="en-US" sz="4800" dirty="0"/>
          </a:p>
        </p:txBody>
      </p:sp>
      <p:sp>
        <p:nvSpPr>
          <p:cNvPr id="3" name="Accent rule"/>
          <p:cNvSpPr/>
          <p:nvPr/>
        </p:nvSpPr>
        <p:spPr>
          <a:xfrm>
            <a:off x="822960" y="3246120"/>
            <a:ext cx="1280160" cy="6400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Date line"/>
          <p:cNvSpPr txBox="1"/>
          <p:nvPr/>
        </p:nvSpPr>
        <p:spPr>
          <a:xfrm>
            <a:off x="822960" y="3520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Wednesday 18 November 2026, 10:00 New York time (17:00 Harare)</a:t>
            </a:r>
            <a:endParaRPr lang="en-US" sz="2000" dirty="0"/>
          </a:p>
        </p:txBody>
      </p:sp>
      <p:sp>
        <p:nvSpPr>
          <p:cNvPr id="5" name="Prepared line"/>
          <p:cNvSpPr txBox="1"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Cedarline Partners, prepared by the executive assistant for Jordan Hale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weeks, three goals, one owner for every action</a:t>
            </a:r>
            <a:endParaRPr lang="en-US" sz="3000" dirty="0"/>
          </a:p>
        </p:txBody>
      </p:sp>
      <p:sp>
        <p:nvSpPr>
          <p:cNvPr id="3" name="Card 1"/>
          <p:cNvSpPr/>
          <p:nvPr/>
        </p:nvSpPr>
        <p:spPr>
          <a:xfrm>
            <a:off x="548640" y="1828800"/>
            <a:ext cx="3474720" cy="2834640"/>
          </a:xfrm>
          <a:prstGeom prst="roundRect">
            <a:avLst>
              <a:gd name="adj" fmla="val 387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Number badge 1"/>
          <p:cNvSpPr/>
          <p:nvPr/>
        </p:nvSpPr>
        <p:spPr>
          <a:xfrm>
            <a:off x="868680" y="214884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Badge text 1"/>
          <p:cNvSpPr txBox="1"/>
          <p:nvPr/>
        </p:nvSpPr>
        <p:spPr>
          <a:xfrm>
            <a:off x="8686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Card heading 1"/>
          <p:cNvSpPr txBox="1"/>
          <p:nvPr/>
        </p:nvSpPr>
        <p:spPr>
          <a:xfrm>
            <a:off x="868680" y="3108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scope</a:t>
            </a:r>
            <a:endParaRPr lang="en-US" sz="2200" dirty="0"/>
          </a:p>
        </p:txBody>
      </p:sp>
      <p:sp>
        <p:nvSpPr>
          <p:cNvPr id="7" name="Card body 1"/>
          <p:cNvSpPr txBox="1"/>
          <p:nvPr/>
        </p:nvSpPr>
        <p:spPr>
          <a:xfrm>
            <a:off x="868680" y="365760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Agree what is in the four week plan and what waits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4297680" y="1828800"/>
            <a:ext cx="3474720" cy="2834640"/>
          </a:xfrm>
          <a:prstGeom prst="roundRect">
            <a:avLst>
              <a:gd name="adj" fmla="val 387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Number badge 2"/>
          <p:cNvSpPr/>
          <p:nvPr/>
        </p:nvSpPr>
        <p:spPr>
          <a:xfrm>
            <a:off x="4617720" y="214884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Badge text 2"/>
          <p:cNvSpPr txBox="1"/>
          <p:nvPr/>
        </p:nvSpPr>
        <p:spPr>
          <a:xfrm>
            <a:off x="461772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11" name="Card heading 2"/>
          <p:cNvSpPr txBox="1"/>
          <p:nvPr/>
        </p:nvSpPr>
        <p:spPr>
          <a:xfrm>
            <a:off x="4617720" y="3108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in place</a:t>
            </a:r>
            <a:endParaRPr lang="en-US" sz="2200" dirty="0"/>
          </a:p>
        </p:txBody>
      </p:sp>
      <p:sp>
        <p:nvSpPr>
          <p:cNvPr id="12" name="Card body 2"/>
          <p:cNvSpPr txBox="1"/>
          <p:nvPr/>
        </p:nvSpPr>
        <p:spPr>
          <a:xfrm>
            <a:off x="4617720" y="365760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Accounts and files requested on day one, chased on day three</a:t>
            </a:r>
            <a:endParaRPr lang="en-US" sz="1600" dirty="0"/>
          </a:p>
        </p:txBody>
      </p:sp>
      <p:sp>
        <p:nvSpPr>
          <p:cNvPr id="13" name="Card 3"/>
          <p:cNvSpPr/>
          <p:nvPr/>
        </p:nvSpPr>
        <p:spPr>
          <a:xfrm>
            <a:off x="8046720" y="1828800"/>
            <a:ext cx="3474720" cy="2834640"/>
          </a:xfrm>
          <a:prstGeom prst="roundRect">
            <a:avLst>
              <a:gd name="adj" fmla="val 387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Number badge 3"/>
          <p:cNvSpPr/>
          <p:nvPr/>
        </p:nvSpPr>
        <p:spPr>
          <a:xfrm>
            <a:off x="8366760" y="214884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Badge text 3"/>
          <p:cNvSpPr txBox="1"/>
          <p:nvPr/>
        </p:nvSpPr>
        <p:spPr>
          <a:xfrm>
            <a:off x="836676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6" name="Card heading 3"/>
          <p:cNvSpPr txBox="1"/>
          <p:nvPr/>
        </p:nvSpPr>
        <p:spPr>
          <a:xfrm>
            <a:off x="8366760" y="3108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Rhythm set</a:t>
            </a:r>
            <a:endParaRPr lang="en-US" sz="2200" dirty="0"/>
          </a:p>
        </p:txBody>
      </p:sp>
      <p:sp>
        <p:nvSpPr>
          <p:cNvPr id="17" name="Card body 3"/>
          <p:cNvSpPr txBox="1"/>
          <p:nvPr/>
        </p:nvSpPr>
        <p:spPr>
          <a:xfrm>
            <a:off x="8366760" y="365760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Friday check in and a weekly update that fits one page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Agenda, with both time zones</a:t>
            </a:r>
            <a:endParaRPr lang="en-US" sz="3000" dirty="0"/>
          </a:p>
        </p:txBody>
      </p:sp>
      <p:graphicFrame>
        <p:nvGraphicFramePr>
          <p:cNvPr id="4" name="Agend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577840"/>
                <a:gridCol w="27432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York (Harare)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10:00 (17:00)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Welcome and introductions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Jordan Hale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10:10 (17:10)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Goals and success measures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Nair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10:35 (17:35)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and timeline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Jordan Hale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11:00 (18:00)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and tools checklist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 Eze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11:20 (18:20)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Risks and questions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11:40 (18:40)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steps and owners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Assistant reads back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E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risks and what happens about each</a:t>
            </a:r>
            <a:endParaRPr lang="en-US" sz="3000" dirty="0"/>
          </a:p>
        </p:txBody>
      </p:sp>
      <p:sp>
        <p:nvSpPr>
          <p:cNvPr id="3" name="Risk row 1"/>
          <p:cNvSpPr/>
          <p:nvPr/>
        </p:nvSpPr>
        <p:spPr>
          <a:xfrm>
            <a:off x="548640" y="1783080"/>
            <a:ext cx="11064240" cy="1143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Risk marker 1"/>
          <p:cNvSpPr/>
          <p:nvPr/>
        </p:nvSpPr>
        <p:spPr>
          <a:xfrm>
            <a:off x="548640" y="1783080"/>
            <a:ext cx="109728" cy="11430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Risk name 1"/>
          <p:cNvSpPr txBox="1"/>
          <p:nvPr/>
        </p:nvSpPr>
        <p:spPr>
          <a:xfrm>
            <a:off x="914400" y="1892808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arrives late</a:t>
            </a:r>
            <a:endParaRPr lang="en-US" sz="2000" dirty="0"/>
          </a:p>
        </p:txBody>
      </p:sp>
      <p:sp>
        <p:nvSpPr>
          <p:cNvPr id="6" name="Risk action 1"/>
          <p:cNvSpPr txBox="1"/>
          <p:nvPr/>
        </p:nvSpPr>
        <p:spPr>
          <a:xfrm>
            <a:off x="4572000" y="189280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List goes out on day one, chase on day three</a:t>
            </a:r>
            <a:endParaRPr lang="en-US" sz="1600" dirty="0"/>
          </a:p>
        </p:txBody>
      </p:sp>
      <p:sp>
        <p:nvSpPr>
          <p:cNvPr id="7" name="Risk owner 1"/>
          <p:cNvSpPr txBox="1"/>
          <p:nvPr/>
        </p:nvSpPr>
        <p:spPr>
          <a:xfrm>
            <a:off x="9509760" y="1892808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Owner: Assistant</a:t>
            </a:r>
            <a:endParaRPr lang="en-US" sz="1400" dirty="0"/>
          </a:p>
        </p:txBody>
      </p:sp>
      <p:sp>
        <p:nvSpPr>
          <p:cNvPr id="8" name="Risk row 2"/>
          <p:cNvSpPr/>
          <p:nvPr/>
        </p:nvSpPr>
        <p:spPr>
          <a:xfrm>
            <a:off x="548640" y="3154680"/>
            <a:ext cx="11064240" cy="1143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Risk marker 2"/>
          <p:cNvSpPr/>
          <p:nvPr/>
        </p:nvSpPr>
        <p:spPr>
          <a:xfrm>
            <a:off x="548640" y="3154680"/>
            <a:ext cx="109728" cy="11430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Risk name 2"/>
          <p:cNvSpPr txBox="1"/>
          <p:nvPr/>
        </p:nvSpPr>
        <p:spPr>
          <a:xfrm>
            <a:off x="914400" y="3264408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grows on the call</a:t>
            </a:r>
            <a:endParaRPr lang="en-US" sz="2000" dirty="0"/>
          </a:p>
        </p:txBody>
      </p:sp>
      <p:sp>
        <p:nvSpPr>
          <p:cNvPr id="11" name="Risk action 2"/>
          <p:cNvSpPr txBox="1"/>
          <p:nvPr/>
        </p:nvSpPr>
        <p:spPr>
          <a:xfrm>
            <a:off x="4572000" y="326440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New asks go on a parking list and are decided after the call</a:t>
            </a:r>
            <a:endParaRPr lang="en-US" sz="1600" dirty="0"/>
          </a:p>
        </p:txBody>
      </p:sp>
      <p:sp>
        <p:nvSpPr>
          <p:cNvPr id="12" name="Risk owner 2"/>
          <p:cNvSpPr txBox="1"/>
          <p:nvPr/>
        </p:nvSpPr>
        <p:spPr>
          <a:xfrm>
            <a:off x="9509760" y="3264408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Owner: Jordan Hale</a:t>
            </a:r>
            <a:endParaRPr lang="en-US" sz="1400" dirty="0"/>
          </a:p>
        </p:txBody>
      </p:sp>
      <p:sp>
        <p:nvSpPr>
          <p:cNvPr id="13" name="Risk row 3"/>
          <p:cNvSpPr/>
          <p:nvPr/>
        </p:nvSpPr>
        <p:spPr>
          <a:xfrm>
            <a:off x="548640" y="4526280"/>
            <a:ext cx="11064240" cy="1143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Risk marker 3"/>
          <p:cNvSpPr/>
          <p:nvPr/>
        </p:nvSpPr>
        <p:spPr>
          <a:xfrm>
            <a:off x="548640" y="4526280"/>
            <a:ext cx="109728" cy="11430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Risk name 3"/>
          <p:cNvSpPr txBox="1"/>
          <p:nvPr/>
        </p:nvSpPr>
        <p:spPr>
          <a:xfrm>
            <a:off x="914400" y="4636008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zone slip</a:t>
            </a:r>
            <a:endParaRPr lang="en-US" sz="2000" dirty="0"/>
          </a:p>
        </p:txBody>
      </p:sp>
      <p:sp>
        <p:nvSpPr>
          <p:cNvPr id="16" name="Risk action 3"/>
          <p:cNvSpPr txBox="1"/>
          <p:nvPr/>
        </p:nvSpPr>
        <p:spPr>
          <a:xfrm>
            <a:off x="4572000" y="463600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Every follow up confirms the time in both zones in writing</a:t>
            </a:r>
            <a:endParaRPr lang="en-US" sz="1600" dirty="0"/>
          </a:p>
        </p:txBody>
      </p:sp>
      <p:sp>
        <p:nvSpPr>
          <p:cNvPr id="17" name="Risk owner 3"/>
          <p:cNvSpPr txBox="1"/>
          <p:nvPr/>
        </p:nvSpPr>
        <p:spPr>
          <a:xfrm>
            <a:off x="9509760" y="4636008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Owner: Assistant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ing title"/>
          <p:cNvSpPr txBox="1"/>
          <p:nvPr/>
        </p:nvSpPr>
        <p:spPr>
          <a:xfrm>
            <a:off x="822960" y="10972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the call</a:t>
            </a:r>
            <a:endParaRPr lang="en-US" sz="4000" dirty="0"/>
          </a:p>
        </p:txBody>
      </p:sp>
      <p:sp>
        <p:nvSpPr>
          <p:cNvPr id="3" name="Next steps list"/>
          <p:cNvSpPr txBox="1"/>
          <p:nvPr/>
        </p:nvSpPr>
        <p:spPr>
          <a:xfrm>
            <a:off x="822960" y="2286000"/>
            <a:ext cx="10058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chemeClr val="bg2"/>
                </a:solidFill>
              </a:rPr>
              <a:t>Minutes and action list to Jordan within one hour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chemeClr val="bg2"/>
                </a:solidFill>
              </a:rPr>
              <a:t>Each action has one owner and one date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chemeClr val="bg2"/>
                </a:solidFill>
              </a:rPr>
              <a:t>Follow up email waits in drafts until Jordan approves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chemeClr val="bg2"/>
                </a:solidFill>
              </a:rPr>
              <a:t>Weekly update lands every Friday, one page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edarline sample">
  <a:themeElements>
    <a:clrScheme name="Cedarline sample">
      <a:dk1>
        <a:srgbClr val="1E2A24"/>
      </a:dk1>
      <a:lt1>
        <a:srgbClr val="FFFFFF"/>
      </a:lt1>
      <a:dk2>
        <a:srgbClr val="1F4D3A"/>
      </a:dk2>
      <a:lt2>
        <a:srgbClr val="F6F1E4"/>
      </a:lt2>
      <a:accent1>
        <a:srgbClr val="1F4D3A"/>
      </a:accent1>
      <a:accent2>
        <a:srgbClr val="B8963E"/>
      </a:accent2>
      <a:accent3>
        <a:srgbClr val="8FA79A"/>
      </a:accent3>
      <a:accent4>
        <a:srgbClr val="5B6B63"/>
      </a:accent4>
      <a:accent5>
        <a:srgbClr val="C9C2AE"/>
      </a:accent5>
      <a:accent6>
        <a:srgbClr val="7A3B2E"/>
      </a:accent6>
      <a:hlink>
        <a:srgbClr val="1F4D3A"/>
      </a:hlink>
      <a:folHlink>
        <a:srgbClr val="5B6B63"/>
      </a:folHlink>
    </a:clrScheme>
    <a:fontScheme name="Cedarline sampl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SAMPLE: Northbank Group kickoff deck</dc:title>
  <dc:subject>PptxGenJS Presentation</dc:subject>
  <dc:creator>Tadie, practice project</dc:creator>
  <cp:lastModifiedBy>Tadie, practice project</cp:lastModifiedBy>
  <cp:revision>1</cp:revision>
  <dcterms:created xsi:type="dcterms:W3CDTF">2026-10-15T14:25:26Z</dcterms:created>
  <dcterms:modified xsi:type="dcterms:W3CDTF">2026-10-15T14:25:26Z</dcterms:modified>
</cp:coreProperties>
</file>